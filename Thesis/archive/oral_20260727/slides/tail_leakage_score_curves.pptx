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13"/>
          <c:y val="0.045"/>
          <c:w val="0.83"/>
          <c:h val="0.78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ln w="33020">
              <a:solidFill>
                <a:srgbClr val="C65B42"/>
              </a:solidFill>
            </a:ln>
          </c:spPr>
          <c:marker>
            <c:symbol val="none"/>
          </c:marker>
          <c:xVal>
            <c:numRef>
              <c:f>Sheet1!$A$2:$A$91</c:f>
              <c:numCache>
                <c:formatCode>General</c:formatCode>
                <c:ptCount val="90"/>
                <c:pt idx="0">
                  <c:v>0.0001</c:v>
                </c:pt>
                <c:pt idx="1">
                  <c:v>0.011110112359550561</c:v>
                </c:pt>
                <c:pt idx="2">
                  <c:v>0.022120224719101123</c:v>
                </c:pt>
                <c:pt idx="3">
                  <c:v>0.03313033707865169</c:v>
                </c:pt>
                <c:pt idx="4">
                  <c:v>0.04414044943820225</c:v>
                </c:pt>
                <c:pt idx="5">
                  <c:v>0.05515056179775281</c:v>
                </c:pt>
                <c:pt idx="6">
                  <c:v>0.06616067415730338</c:v>
                </c:pt>
                <c:pt idx="7">
                  <c:v>0.07717078651685394</c:v>
                </c:pt>
                <c:pt idx="8">
                  <c:v>0.0881808988764045</c:v>
                </c:pt>
                <c:pt idx="9">
                  <c:v>0.09919101123595507</c:v>
                </c:pt>
                <c:pt idx="10">
                  <c:v>0.11020112359550562</c:v>
                </c:pt>
                <c:pt idx="11">
                  <c:v>0.12121123595505619</c:v>
                </c:pt>
                <c:pt idx="12">
                  <c:v>0.13222134831460675</c:v>
                </c:pt>
                <c:pt idx="13">
                  <c:v>0.1432314606741573</c:v>
                </c:pt>
                <c:pt idx="14">
                  <c:v>0.15424157303370786</c:v>
                </c:pt>
                <c:pt idx="15">
                  <c:v>0.1652516853932584</c:v>
                </c:pt>
                <c:pt idx="16">
                  <c:v>0.17626179775280898</c:v>
                </c:pt>
                <c:pt idx="17">
                  <c:v>0.18727191011235955</c:v>
                </c:pt>
                <c:pt idx="18">
                  <c:v>0.19828202247191012</c:v>
                </c:pt>
                <c:pt idx="19">
                  <c:v>0.20929213483146064</c:v>
                </c:pt>
                <c:pt idx="20">
                  <c:v>0.2203022471910112</c:v>
                </c:pt>
                <c:pt idx="21">
                  <c:v>0.23131235955056179</c:v>
                </c:pt>
                <c:pt idx="22">
                  <c:v>0.24232247191011236</c:v>
                </c:pt>
                <c:pt idx="23">
                  <c:v>0.25333258426966293</c:v>
                </c:pt>
                <c:pt idx="24">
                  <c:v>0.2643426966292135</c:v>
                </c:pt>
                <c:pt idx="25">
                  <c:v>0.275352808988764</c:v>
                </c:pt>
                <c:pt idx="26">
                  <c:v>0.2863629213483146</c:v>
                </c:pt>
                <c:pt idx="27">
                  <c:v>0.29737303370786516</c:v>
                </c:pt>
                <c:pt idx="28">
                  <c:v>0.30838314606741574</c:v>
                </c:pt>
                <c:pt idx="29">
                  <c:v>0.3193932584269663</c:v>
                </c:pt>
                <c:pt idx="30">
                  <c:v>0.3304033707865168</c:v>
                </c:pt>
                <c:pt idx="31">
                  <c:v>0.3414134831460674</c:v>
                </c:pt>
                <c:pt idx="32">
                  <c:v>0.35242359550561797</c:v>
                </c:pt>
                <c:pt idx="33">
                  <c:v>0.36343370786516854</c:v>
                </c:pt>
                <c:pt idx="34">
                  <c:v>0.3744438202247191</c:v>
                </c:pt>
                <c:pt idx="35">
                  <c:v>0.3854539325842697</c:v>
                </c:pt>
                <c:pt idx="36">
                  <c:v>0.39646404494382026</c:v>
                </c:pt>
                <c:pt idx="37">
                  <c:v>0.40747415730337083</c:v>
                </c:pt>
                <c:pt idx="38">
                  <c:v>0.4184842696629213</c:v>
                </c:pt>
                <c:pt idx="39">
                  <c:v>0.42949438202247187</c:v>
                </c:pt>
                <c:pt idx="40">
                  <c:v>0.44050449438202244</c:v>
                </c:pt>
                <c:pt idx="41">
                  <c:v>0.451514606741573</c:v>
                </c:pt>
                <c:pt idx="42">
                  <c:v>0.4625247191011236</c:v>
                </c:pt>
                <c:pt idx="43">
                  <c:v>0.47353483146067415</c:v>
                </c:pt>
                <c:pt idx="44">
                  <c:v>0.4845449438202247</c:v>
                </c:pt>
                <c:pt idx="45">
                  <c:v>0.4955550561797753</c:v>
                </c:pt>
                <c:pt idx="46">
                  <c:v>0.5065651685393259</c:v>
                </c:pt>
                <c:pt idx="47">
                  <c:v>0.5175752808988764</c:v>
                </c:pt>
                <c:pt idx="48">
                  <c:v>0.528585393258427</c:v>
                </c:pt>
                <c:pt idx="49">
                  <c:v>0.5395955056179775</c:v>
                </c:pt>
                <c:pt idx="50">
                  <c:v>0.550605617977528</c:v>
                </c:pt>
                <c:pt idx="51">
                  <c:v>0.5616157303370786</c:v>
                </c:pt>
                <c:pt idx="52">
                  <c:v>0.5726258426966292</c:v>
                </c:pt>
                <c:pt idx="53">
                  <c:v>0.5836359550561797</c:v>
                </c:pt>
                <c:pt idx="54">
                  <c:v>0.5946460674157303</c:v>
                </c:pt>
                <c:pt idx="55">
                  <c:v>0.6056561797752809</c:v>
                </c:pt>
                <c:pt idx="56">
                  <c:v>0.6166662921348315</c:v>
                </c:pt>
                <c:pt idx="57">
                  <c:v>0.627676404494382</c:v>
                </c:pt>
                <c:pt idx="58">
                  <c:v>0.6386865168539326</c:v>
                </c:pt>
                <c:pt idx="59">
                  <c:v>0.6496966292134831</c:v>
                </c:pt>
                <c:pt idx="60">
                  <c:v>0.6607067415730337</c:v>
                </c:pt>
                <c:pt idx="61">
                  <c:v>0.6717168539325842</c:v>
                </c:pt>
                <c:pt idx="62">
                  <c:v>0.6827269662921348</c:v>
                </c:pt>
                <c:pt idx="63">
                  <c:v>0.6937370786516853</c:v>
                </c:pt>
                <c:pt idx="64">
                  <c:v>0.704747191011236</c:v>
                </c:pt>
                <c:pt idx="65">
                  <c:v>0.7157573033707865</c:v>
                </c:pt>
                <c:pt idx="66">
                  <c:v>0.7267674157303371</c:v>
                </c:pt>
                <c:pt idx="67">
                  <c:v>0.7377775280898876</c:v>
                </c:pt>
                <c:pt idx="68">
                  <c:v>0.7487876404494382</c:v>
                </c:pt>
                <c:pt idx="69">
                  <c:v>0.7597977528089888</c:v>
                </c:pt>
                <c:pt idx="70">
                  <c:v>0.7708078651685394</c:v>
                </c:pt>
                <c:pt idx="71">
                  <c:v>0.7818179775280899</c:v>
                </c:pt>
                <c:pt idx="72">
                  <c:v>0.7928280898876405</c:v>
                </c:pt>
                <c:pt idx="73">
                  <c:v>0.803838202247191</c:v>
                </c:pt>
                <c:pt idx="74">
                  <c:v>0.8148483146067417</c:v>
                </c:pt>
                <c:pt idx="75">
                  <c:v>0.8258584269662921</c:v>
                </c:pt>
                <c:pt idx="76">
                  <c:v>0.8368685393258426</c:v>
                </c:pt>
                <c:pt idx="77">
                  <c:v>0.8478786516853932</c:v>
                </c:pt>
                <c:pt idx="78">
                  <c:v>0.8588887640449437</c:v>
                </c:pt>
                <c:pt idx="79">
                  <c:v>0.8698988764044944</c:v>
                </c:pt>
                <c:pt idx="80">
                  <c:v>0.8809089887640449</c:v>
                </c:pt>
                <c:pt idx="81">
                  <c:v>0.8919191011235954</c:v>
                </c:pt>
                <c:pt idx="82">
                  <c:v>0.902929213483146</c:v>
                </c:pt>
                <c:pt idx="83">
                  <c:v>0.9139393258426965</c:v>
                </c:pt>
                <c:pt idx="84">
                  <c:v>0.9249494382022472</c:v>
                </c:pt>
                <c:pt idx="85">
                  <c:v>0.9359595505617977</c:v>
                </c:pt>
                <c:pt idx="86">
                  <c:v>0.9469696629213483</c:v>
                </c:pt>
                <c:pt idx="87">
                  <c:v>0.9579797752808988</c:v>
                </c:pt>
                <c:pt idx="88">
                  <c:v>0.9689898876404495</c:v>
                </c:pt>
                <c:pt idx="89">
                  <c:v>0.98</c:v>
                </c:pt>
              </c:numCache>
            </c:numRef>
          </c:xVal>
          <c:yVal>
            <c:numRef>
              <c:f>Sheet1!$B$2:$B$91</c:f>
              <c:numCache>
                <c:formatCode>General</c:formatCode>
                <c:ptCount val="90"/>
                <c:pt idx="0">
                  <c:v>9.999499983331399e-05</c:v>
                </c:pt>
                <c:pt idx="1">
                  <c:v>0.011048165220988062</c:v>
                </c:pt>
                <c:pt idx="2">
                  <c:v>0.021873748407628173</c:v>
                </c:pt>
                <c:pt idx="3">
                  <c:v>0.03257536427377333</c:v>
                </c:pt>
                <c:pt idx="4">
                  <c:v>0.04315160109574586</c:v>
                </c:pt>
                <c:pt idx="5">
                  <c:v>0.053601014625725626</c:v>
                </c:pt>
                <c:pt idx="6">
                  <c:v>0.06392212695466076</c:v>
                </c:pt>
                <c:pt idx="7">
                  <c:v>0.07411342532154469</c:v>
                </c:pt>
                <c:pt idx="8">
                  <c:v>0.0841733608658631</c:v>
                </c:pt>
                <c:pt idx="9">
                  <c:v>0.09410034731977619</c:v>
                </c:pt>
                <c:pt idx="10">
                  <c:v>0.10389275963635433</c:v>
                </c:pt>
                <c:pt idx="11">
                  <c:v>0.11354893254991093</c:v>
                </c:pt>
                <c:pt idx="12">
                  <c:v>0.1230671590641758</c:v>
                </c:pt>
                <c:pt idx="13">
                  <c:v>0.13244568886373342</c:v>
                </c:pt>
                <c:pt idx="14">
                  <c:v>0.14168272664379272</c:v>
                </c:pt>
                <c:pt idx="15">
                  <c:v>0.15077643035297217</c:v>
                </c:pt>
                <c:pt idx="16">
                  <c:v>0.15972490934336403</c:v>
                </c:pt>
                <c:pt idx="17">
                  <c:v>0.16852622242167797</c:v>
                </c:pt>
                <c:pt idx="18">
                  <c:v>0.17717837579476378</c:v>
                </c:pt>
                <c:pt idx="19">
                  <c:v>0.18567932090225941</c:v>
                </c:pt>
                <c:pt idx="20">
                  <c:v>0.19402695212850374</c:v>
                </c:pt>
                <c:pt idx="21">
                  <c:v>0.20221910438518784</c:v>
                </c:pt>
                <c:pt idx="22">
                  <c:v>0.21025355055548642</c:v>
                </c:pt>
                <c:pt idx="23">
                  <c:v>0.21812799878960204</c:v>
                </c:pt>
                <c:pt idx="24">
                  <c:v>0.22584008964076552</c:v>
                </c:pt>
                <c:pt idx="25">
                  <c:v>0.2333873930297506</c:v>
                </c:pt>
                <c:pt idx="26">
                  <c:v>0.24076740502487226</c:v>
                </c:pt>
                <c:pt idx="27">
                  <c:v>0.24797754442323214</c:v>
                </c:pt>
                <c:pt idx="28">
                  <c:v>0.25501514911763445</c:v>
                </c:pt>
                <c:pt idx="29">
                  <c:v>0.2618774722321091</c:v>
                </c:pt>
                <c:pt idx="30">
                  <c:v>0.26856167800732106</c:v>
                </c:pt>
                <c:pt idx="31">
                  <c:v>0.27506483741529647</c:v>
                </c:pt>
                <c:pt idx="32">
                  <c:v>0.2813839234808352</c:v>
                </c:pt>
                <c:pt idx="33">
                  <c:v>0.2875158062846666</c:v>
                </c:pt>
                <c:pt idx="34">
                  <c:v>0.2934572476208188</c:v>
                </c:pt>
                <c:pt idx="35">
                  <c:v>0.29920489527776145</c:v>
                </c:pt>
                <c:pt idx="36">
                  <c:v>0.3047552769096103</c:v>
                </c:pt>
                <c:pt idx="37">
                  <c:v>0.3101047934599888</c:v>
                </c:pt>
                <c:pt idx="38">
                  <c:v>0.31524971209697245</c:v>
                </c:pt>
                <c:pt idx="39">
                  <c:v>0.3201861586128144</c:v>
                </c:pt>
                <c:pt idx="40">
                  <c:v>0.32491010923678904</c:v>
                </c:pt>
                <c:pt idx="41">
                  <c:v>0.3294173818033861</c:v>
                </c:pt>
                <c:pt idx="42">
                  <c:v>0.33370362621112987</c:v>
                </c:pt>
                <c:pt idx="43">
                  <c:v>0.33776431409933466</c:v>
                </c:pt>
                <c:pt idx="44">
                  <c:v>0.3415947276609873</c:v>
                </c:pt>
                <c:pt idx="45">
                  <c:v>0.34518994749945325</c:v>
                </c:pt>
                <c:pt idx="46">
                  <c:v>0.34854483942461195</c:v>
                </c:pt>
                <c:pt idx="47">
                  <c:v>0.35165404007004103</c:v>
                </c:pt>
                <c:pt idx="48">
                  <c:v>0.35451194119665036</c:v>
                </c:pt>
                <c:pt idx="49">
                  <c:v>0.35711267252929424</c:v>
                </c:pt>
                <c:pt idx="50">
                  <c:v>0.3594500829508545</c:v>
                </c:pt>
                <c:pt idx="51">
                  <c:v>0.3615177198524718</c:v>
                </c:pt>
                <c:pt idx="52">
                  <c:v>0.36330880640824387</c:v>
                </c:pt>
                <c:pt idx="53">
                  <c:v>0.3648162165068714</c:v>
                </c:pt>
                <c:pt idx="54">
                  <c:v>0.36603244703025634</c:v>
                </c:pt>
                <c:pt idx="55">
                  <c:v>0.366949587118495</c:v>
                </c:pt>
                <c:pt idx="56">
                  <c:v>0.36755928400025956</c:v>
                </c:pt>
                <c:pt idx="57">
                  <c:v>0.3678527048949414</c:v>
                </c:pt>
                <c:pt idx="58">
                  <c:v>0.367820494405265</c:v>
                </c:pt>
                <c:pt idx="59">
                  <c:v>0.3674527267126969</c:v>
                </c:pt>
                <c:pt idx="60">
                  <c:v>0.36673885175815</c:v>
                </c:pt>
                <c:pt idx="61">
                  <c:v>0.36566763443114153</c:v>
                </c:pt>
                <c:pt idx="62">
                  <c:v>0.36422708559375194</c:v>
                </c:pt>
                <c:pt idx="63">
                  <c:v>0.3624043835210536</c:v>
                </c:pt>
                <c:pt idx="64">
                  <c:v>0.3601857840333214</c:v>
                </c:pt>
                <c:pt idx="65">
                  <c:v>0.35755651720888815</c:v>
                </c:pt>
                <c:pt idx="66">
                  <c:v>0.354500668075083</c:v>
                </c:pt>
                <c:pt idx="67">
                  <c:v>0.3510010380443889</c:v>
                </c:pt>
                <c:pt idx="68">
                  <c:v>0.3470389830470099</c:v>
                </c:pt>
                <c:pt idx="69">
                  <c:v>0.34259422324421224</c:v>
                </c:pt>
                <c:pt idx="70">
                  <c:v>0.3376446177968332</c:v>
                </c:pt>
                <c:pt idx="71">
                  <c:v>0.33216589627799015</c:v>
                </c:pt>
                <c:pt idx="72">
                  <c:v>0.32613133576572684</c:v>
                </c:pt>
                <c:pt idx="73">
                  <c:v>0.31951136914511863</c:v>
                </c:pt>
                <c:pt idx="74">
                  <c:v>0.3122731052606618</c:v>
                </c:pt>
                <c:pt idx="75">
                  <c:v>0.3043797346280418</c:v>
                </c:pt>
                <c:pt idx="76">
                  <c:v>0.295789784401186</c:v>
                </c:pt>
                <c:pt idx="77">
                  <c:v>0.28645617152289915</c:v>
                </c:pt>
                <c:pt idx="78">
                  <c:v>0.27632498069520073</c:v>
                </c:pt>
                <c:pt idx="79">
                  <c:v>0.2653338592582483</c:v>
                </c:pt>
                <c:pt idx="80">
                  <c:v>0.2534098658985312</c:v>
                </c:pt>
                <c:pt idx="81">
                  <c:v>0.2404665189177027</c:v>
                </c:pt>
                <c:pt idx="82">
                  <c:v>0.22639963288705248</c:v>
                </c:pt>
                <c:pt idx="83">
                  <c:v>0.2110812494210467</c:v>
                </c:pt>
                <c:pt idx="84">
                  <c:v>0.1943504271357553</c:v>
                </c:pt>
                <c:pt idx="85">
                  <c:v>0.17599854863785347</c:v>
                </c:pt>
                <c:pt idx="86">
                  <c:v>0.15574432666551155</c:v>
                </c:pt>
                <c:pt idx="87">
                  <c:v>0.13318748225352778</c:v>
                </c:pt>
                <c:pt idx="88">
                  <c:v>0.1077118242924481</c:v>
                </c:pt>
                <c:pt idx="89">
                  <c:v>0.07824046010856298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0160">
            <a:solidFill>
              <a:srgbClr val="AEB7BC"/>
            </a:solidFill>
          </a:ln>
        </c:spPr>
        <c:txPr>
          <a:bodyPr/>
          <a:lstStyle/>
          <a:p>
            <a:pPr>
              <a:defRPr sz="850">
                <a:solidFill>
                  <a:srgbClr val="626B70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0.45"/>
          <c:min val="0.0"/>
        </c:scaling>
        <c:delete val="0"/>
        <c:axPos val="l"/>
        <c:majorGridlines>
          <c:spPr>
            <a:ln w="7620">
              <a:solidFill>
                <a:srgbClr val="E2E6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10160">
            <a:solidFill>
              <a:srgbClr val="AEB7BC"/>
            </a:solidFill>
          </a:ln>
        </c:spPr>
        <c:txPr>
          <a:bodyPr/>
          <a:lstStyle/>
          <a:p>
            <a:pPr>
              <a:defRPr sz="850">
                <a:solidFill>
                  <a:srgbClr val="626B70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13"/>
          <c:y val="0.045"/>
          <c:w val="0.83"/>
          <c:h val="0.78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ln w="33020">
              <a:solidFill>
                <a:srgbClr val="1E9C72"/>
              </a:solidFill>
            </a:ln>
          </c:spPr>
          <c:marker>
            <c:symbol val="none"/>
          </c:marker>
          <c:xVal>
            <c:numRef>
              <c:f>Sheet1!$A$2:$A$91</c:f>
              <c:numCache>
                <c:formatCode>General</c:formatCode>
                <c:ptCount val="90"/>
                <c:pt idx="0">
                  <c:v>0.0001</c:v>
                </c:pt>
                <c:pt idx="1">
                  <c:v>0.011110112359550561</c:v>
                </c:pt>
                <c:pt idx="2">
                  <c:v>0.022120224719101123</c:v>
                </c:pt>
                <c:pt idx="3">
                  <c:v>0.03313033707865169</c:v>
                </c:pt>
                <c:pt idx="4">
                  <c:v>0.04414044943820225</c:v>
                </c:pt>
                <c:pt idx="5">
                  <c:v>0.05515056179775281</c:v>
                </c:pt>
                <c:pt idx="6">
                  <c:v>0.06616067415730338</c:v>
                </c:pt>
                <c:pt idx="7">
                  <c:v>0.07717078651685394</c:v>
                </c:pt>
                <c:pt idx="8">
                  <c:v>0.0881808988764045</c:v>
                </c:pt>
                <c:pt idx="9">
                  <c:v>0.09919101123595507</c:v>
                </c:pt>
                <c:pt idx="10">
                  <c:v>0.11020112359550562</c:v>
                </c:pt>
                <c:pt idx="11">
                  <c:v>0.12121123595505619</c:v>
                </c:pt>
                <c:pt idx="12">
                  <c:v>0.13222134831460675</c:v>
                </c:pt>
                <c:pt idx="13">
                  <c:v>0.1432314606741573</c:v>
                </c:pt>
                <c:pt idx="14">
                  <c:v>0.15424157303370786</c:v>
                </c:pt>
                <c:pt idx="15">
                  <c:v>0.1652516853932584</c:v>
                </c:pt>
                <c:pt idx="16">
                  <c:v>0.17626179775280898</c:v>
                </c:pt>
                <c:pt idx="17">
                  <c:v>0.18727191011235955</c:v>
                </c:pt>
                <c:pt idx="18">
                  <c:v>0.19828202247191012</c:v>
                </c:pt>
                <c:pt idx="19">
                  <c:v>0.20929213483146064</c:v>
                </c:pt>
                <c:pt idx="20">
                  <c:v>0.2203022471910112</c:v>
                </c:pt>
                <c:pt idx="21">
                  <c:v>0.23131235955056179</c:v>
                </c:pt>
                <c:pt idx="22">
                  <c:v>0.24232247191011236</c:v>
                </c:pt>
                <c:pt idx="23">
                  <c:v>0.25333258426966293</c:v>
                </c:pt>
                <c:pt idx="24">
                  <c:v>0.2643426966292135</c:v>
                </c:pt>
                <c:pt idx="25">
                  <c:v>0.275352808988764</c:v>
                </c:pt>
                <c:pt idx="26">
                  <c:v>0.2863629213483146</c:v>
                </c:pt>
                <c:pt idx="27">
                  <c:v>0.29737303370786516</c:v>
                </c:pt>
                <c:pt idx="28">
                  <c:v>0.30838314606741574</c:v>
                </c:pt>
                <c:pt idx="29">
                  <c:v>0.3193932584269663</c:v>
                </c:pt>
                <c:pt idx="30">
                  <c:v>0.3304033707865168</c:v>
                </c:pt>
                <c:pt idx="31">
                  <c:v>0.3414134831460674</c:v>
                </c:pt>
                <c:pt idx="32">
                  <c:v>0.35242359550561797</c:v>
                </c:pt>
                <c:pt idx="33">
                  <c:v>0.36343370786516854</c:v>
                </c:pt>
                <c:pt idx="34">
                  <c:v>0.3744438202247191</c:v>
                </c:pt>
                <c:pt idx="35">
                  <c:v>0.3854539325842697</c:v>
                </c:pt>
                <c:pt idx="36">
                  <c:v>0.39646404494382026</c:v>
                </c:pt>
                <c:pt idx="37">
                  <c:v>0.40747415730337083</c:v>
                </c:pt>
                <c:pt idx="38">
                  <c:v>0.4184842696629213</c:v>
                </c:pt>
                <c:pt idx="39">
                  <c:v>0.42949438202247187</c:v>
                </c:pt>
                <c:pt idx="40">
                  <c:v>0.44050449438202244</c:v>
                </c:pt>
                <c:pt idx="41">
                  <c:v>0.451514606741573</c:v>
                </c:pt>
                <c:pt idx="42">
                  <c:v>0.4625247191011236</c:v>
                </c:pt>
                <c:pt idx="43">
                  <c:v>0.47353483146067415</c:v>
                </c:pt>
                <c:pt idx="44">
                  <c:v>0.4845449438202247</c:v>
                </c:pt>
                <c:pt idx="45">
                  <c:v>0.4955550561797753</c:v>
                </c:pt>
                <c:pt idx="46">
                  <c:v>0.5065651685393259</c:v>
                </c:pt>
                <c:pt idx="47">
                  <c:v>0.5175752808988764</c:v>
                </c:pt>
                <c:pt idx="48">
                  <c:v>0.528585393258427</c:v>
                </c:pt>
                <c:pt idx="49">
                  <c:v>0.5395955056179775</c:v>
                </c:pt>
                <c:pt idx="50">
                  <c:v>0.550605617977528</c:v>
                </c:pt>
                <c:pt idx="51">
                  <c:v>0.5616157303370786</c:v>
                </c:pt>
                <c:pt idx="52">
                  <c:v>0.5726258426966292</c:v>
                </c:pt>
                <c:pt idx="53">
                  <c:v>0.5836359550561797</c:v>
                </c:pt>
                <c:pt idx="54">
                  <c:v>0.5946460674157303</c:v>
                </c:pt>
                <c:pt idx="55">
                  <c:v>0.6056561797752809</c:v>
                </c:pt>
                <c:pt idx="56">
                  <c:v>0.6166662921348315</c:v>
                </c:pt>
                <c:pt idx="57">
                  <c:v>0.627676404494382</c:v>
                </c:pt>
                <c:pt idx="58">
                  <c:v>0.6386865168539326</c:v>
                </c:pt>
                <c:pt idx="59">
                  <c:v>0.6496966292134831</c:v>
                </c:pt>
                <c:pt idx="60">
                  <c:v>0.6607067415730337</c:v>
                </c:pt>
                <c:pt idx="61">
                  <c:v>0.6717168539325842</c:v>
                </c:pt>
                <c:pt idx="62">
                  <c:v>0.6827269662921348</c:v>
                </c:pt>
                <c:pt idx="63">
                  <c:v>0.6937370786516853</c:v>
                </c:pt>
                <c:pt idx="64">
                  <c:v>0.704747191011236</c:v>
                </c:pt>
                <c:pt idx="65">
                  <c:v>0.7157573033707865</c:v>
                </c:pt>
                <c:pt idx="66">
                  <c:v>0.7267674157303371</c:v>
                </c:pt>
                <c:pt idx="67">
                  <c:v>0.7377775280898876</c:v>
                </c:pt>
                <c:pt idx="68">
                  <c:v>0.7487876404494382</c:v>
                </c:pt>
                <c:pt idx="69">
                  <c:v>0.7597977528089888</c:v>
                </c:pt>
                <c:pt idx="70">
                  <c:v>0.7708078651685394</c:v>
                </c:pt>
                <c:pt idx="71">
                  <c:v>0.7818179775280899</c:v>
                </c:pt>
                <c:pt idx="72">
                  <c:v>0.7928280898876405</c:v>
                </c:pt>
                <c:pt idx="73">
                  <c:v>0.803838202247191</c:v>
                </c:pt>
                <c:pt idx="74">
                  <c:v>0.8148483146067417</c:v>
                </c:pt>
                <c:pt idx="75">
                  <c:v>0.8258584269662921</c:v>
                </c:pt>
                <c:pt idx="76">
                  <c:v>0.8368685393258426</c:v>
                </c:pt>
                <c:pt idx="77">
                  <c:v>0.8478786516853932</c:v>
                </c:pt>
                <c:pt idx="78">
                  <c:v>0.8588887640449437</c:v>
                </c:pt>
                <c:pt idx="79">
                  <c:v>0.8698988764044944</c:v>
                </c:pt>
                <c:pt idx="80">
                  <c:v>0.8809089887640449</c:v>
                </c:pt>
                <c:pt idx="81">
                  <c:v>0.8919191011235954</c:v>
                </c:pt>
                <c:pt idx="82">
                  <c:v>0.902929213483146</c:v>
                </c:pt>
                <c:pt idx="83">
                  <c:v>0.9139393258426965</c:v>
                </c:pt>
                <c:pt idx="84">
                  <c:v>0.9249494382022472</c:v>
                </c:pt>
                <c:pt idx="85">
                  <c:v>0.9359595505617977</c:v>
                </c:pt>
                <c:pt idx="86">
                  <c:v>0.9469696629213483</c:v>
                </c:pt>
                <c:pt idx="87">
                  <c:v>0.9579797752808988</c:v>
                </c:pt>
                <c:pt idx="88">
                  <c:v>0.9689898876404495</c:v>
                </c:pt>
                <c:pt idx="89">
                  <c:v>0.98</c:v>
                </c:pt>
              </c:numCache>
            </c:numRef>
          </c:xVal>
          <c:yVal>
            <c:numRef>
              <c:f>Sheet1!$B$2:$B$91</c:f>
              <c:numCache>
                <c:formatCode>General</c:formatCode>
                <c:ptCount val="90"/>
                <c:pt idx="0">
                  <c:v>0.00010000500033334732</c:v>
                </c:pt>
                <c:pt idx="1">
                  <c:v>0.011172290625146998</c:v>
                </c:pt>
                <c:pt idx="2">
                  <c:v>0.022368545664363366</c:v>
                </c:pt>
                <c:pt idx="3">
                  <c:v>0.0336915775962486</c:v>
                </c:pt>
                <c:pt idx="4">
                  <c:v>0.045144290361888315</c:v>
                </c:pt>
                <c:pt idx="5">
                  <c:v>0.05672968883562188</c:v>
                </c:pt>
                <c:pt idx="6">
                  <c:v>0.06845088355748719</c:v>
                </c:pt>
                <c:pt idx="7">
                  <c:v>0.08031109574631845</c:v>
                </c:pt>
                <c:pt idx="8">
                  <c:v>0.09231366261371349</c:v>
                </c:pt>
                <c:pt idx="9">
                  <c:v>0.1044620430007993</c:v>
                </c:pt>
                <c:pt idx="10">
                  <c:v>0.11675982336161732</c:v>
                </c:pt>
                <c:pt idx="11">
                  <c:v>0.12921072411902584</c:v>
                </c:pt>
                <c:pt idx="12">
                  <c:v>0.14181860642129843</c:v>
                </c:pt>
                <c:pt idx="13">
                  <c:v>0.15458747933012304</c:v>
                </c:pt>
                <c:pt idx="14">
                  <c:v>0.16752150747348038</c:v>
                </c:pt>
                <c:pt idx="15">
                  <c:v>0.18062501919995427</c:v>
                </c:pt>
                <c:pt idx="16">
                  <c:v>0.1939025152744258</c:v>
                </c:pt>
                <c:pt idx="17">
                  <c:v>0.20735867815886208</c:v>
                </c:pt>
                <c:pt idx="18">
                  <c:v>0.2209983819260882</c:v>
                </c:pt>
                <c:pt idx="19">
                  <c:v>0.23482670285906654</c:v>
                </c:pt>
                <c:pt idx="20">
                  <c:v>0.24884893079336176</c:v>
                </c:pt>
                <c:pt idx="21">
                  <c:v>0.26307058126621347</c:v>
                </c:pt>
                <c:pt idx="22">
                  <c:v>0.27749740854204513</c:v>
                </c:pt>
                <c:pt idx="23">
                  <c:v>0.2921354195913916</c:v>
                </c:pt>
                <c:pt idx="24">
                  <c:v>0.30699088910823663</c:v>
                </c:pt>
                <c:pt idx="25">
                  <c:v>0.3220703756597213</c:v>
                </c:pt>
                <c:pt idx="26">
                  <c:v>0.3373807390722573</c:v>
                </c:pt>
                <c:pt idx="27">
                  <c:v>0.35292915916940376</c:v>
                </c:pt>
                <c:pt idx="28">
                  <c:v>0.36872315598961997</c:v>
                </c:pt>
                <c:pt idx="29">
                  <c:v>0.38477061162640264</c:v>
                </c:pt>
                <c:pt idx="30">
                  <c:v>0.4010797938495853</c:v>
                </c:pt>
                <c:pt idx="31">
                  <c:v>0.41765938168500777</c:v>
                </c:pt>
                <c:pt idx="32">
                  <c:v>0.43451849315068164</c:v>
                </c:pt>
                <c:pt idx="33">
                  <c:v>0.4516667153713627</c:v>
                </c:pt>
                <c:pt idx="34">
                  <c:v>0.46911413732054846</c:v>
                </c:pt>
                <c:pt idx="35">
                  <c:v>0.4868713854698776</c:v>
                </c:pt>
                <c:pt idx="36">
                  <c:v>0.5049496626613444</c:v>
                </c:pt>
                <c:pt idx="37">
                  <c:v>0.523360790558398</c:v>
                </c:pt>
                <c:pt idx="38">
                  <c:v>0.5421172560787586</c:v>
                </c:pt>
                <c:pt idx="39">
                  <c:v>0.5612322622656915</c:v>
                </c:pt>
                <c:pt idx="40">
                  <c:v>0.580719784116795</c:v>
                </c:pt>
                <c:pt idx="41">
                  <c:v>0.6005946299615972</c:v>
                </c:pt>
                <c:pt idx="42">
                  <c:v>0.620872509063193</c:v>
                </c:pt>
                <c:pt idx="43">
                  <c:v>0.6415701062170164</c:v>
                </c:pt>
                <c:pt idx="44">
                  <c:v>0.6627051642342399</c:v>
                </c:pt>
                <c:pt idx="45">
                  <c:v>0.6842965753314654</c:v>
                </c:pt>
                <c:pt idx="46">
                  <c:v>0.7063644826062312</c:v>
                </c:pt>
                <c:pt idx="47">
                  <c:v>0.7289303929642315</c:v>
                </c:pt>
                <c:pt idx="48">
                  <c:v>0.7520173030849507</c:v>
                </c:pt>
                <c:pt idx="49">
                  <c:v>0.7756498402749704</c:v>
                </c:pt>
                <c:pt idx="50">
                  <c:v>0.7998544203716375</c:v>
                </c:pt>
                <c:pt idx="51">
                  <c:v>0.8246594252354146</c:v>
                </c:pt>
                <c:pt idx="52">
                  <c:v>0.8500954028213497</c:v>
                </c:pt>
                <c:pt idx="53">
                  <c:v>0.8761952933666398</c:v>
                </c:pt>
                <c:pt idx="54">
                  <c:v>0.9029946858950512</c:v>
                </c:pt>
                <c:pt idx="55">
                  <c:v>0.930532110049009</c:v>
                </c:pt>
                <c:pt idx="56">
                  <c:v>0.9588493692538582</c:v>
                </c:pt>
                <c:pt idx="57">
                  <c:v>0.9879919224442245</c:v>
                </c:pt>
                <c:pt idx="58">
                  <c:v>1.0180093231023073</c:v>
                </c:pt>
                <c:pt idx="59">
                  <c:v>1.0489557262542908</c:v>
                </c:pt>
                <c:pt idx="60">
                  <c:v>1.0808904764522205</c:v>
                </c:pt>
                <c:pt idx="61">
                  <c:v>1.1138787927786231</c:v>
                </c:pt>
                <c:pt idx="62">
                  <c:v>1.1479925707430922</c:v>
                </c:pt>
                <c:pt idx="63">
                  <c:v>1.1833113258555021</c:v>
                </c:pt>
                <c:pt idx="64">
                  <c:v>1.2199233100167675</c:v>
                </c:pt>
                <c:pt idx="65">
                  <c:v>1.257926840158396</c:v>
                </c:pt>
                <c:pt idx="66">
                  <c:v>1.2974318894748431</c:v>
                </c:pt>
                <c:pt idx="67">
                  <c:v>1.3385620060995729</c:v>
                </c:pt>
                <c:pt idx="68">
                  <c:v>1.3814566435659827</c:v>
                </c:pt>
                <c:pt idx="69">
                  <c:v>1.4262740138803858</c:v>
                </c:pt>
                <c:pt idx="70">
                  <c:v>1.473194610474415</c:v>
                </c:pt>
                <c:pt idx="71">
                  <c:v>1.522425599115321</c:v>
                </c:pt>
                <c:pt idx="72">
                  <c:v>1.5742063467429046</c:v>
                </c:pt>
                <c:pt idx="73">
                  <c:v>1.628815461549487</c:v>
                </c:pt>
                <c:pt idx="74">
                  <c:v>1.6865798688108091</c:v>
                </c:pt>
                <c:pt idx="75">
                  <c:v>1.7478866724669138</c:v>
                </c:pt>
                <c:pt idx="76">
                  <c:v>1.81319889602413</c:v>
                </c:pt>
                <c:pt idx="77">
                  <c:v>1.8830767324680193</c:v>
                </c:pt>
                <c:pt idx="78">
                  <c:v>1.9582067921452397</c:v>
                </c:pt>
                <c:pt idx="79">
                  <c:v>2.0394432571020036</c:v>
                </c:pt>
                <c:pt idx="80">
                  <c:v>2.1278672778791847</c:v>
                </c:pt>
                <c:pt idx="81">
                  <c:v>2.2248752685956754</c:v>
                </c:pt>
                <c:pt idx="82">
                  <c:v>2.332314808716871</c:v>
                </c:pt>
                <c:pt idx="83">
                  <c:v>2.452702718029237</c:v>
                </c:pt>
                <c:pt idx="84">
                  <c:v>2.58959323528441</c:v>
                </c:pt>
                <c:pt idx="85">
                  <c:v>2.748240372792642</c:v>
                </c:pt>
                <c:pt idx="86">
                  <c:v>2.9368911314766892</c:v>
                </c:pt>
                <c:pt idx="87">
                  <c:v>3.1696042356714162</c:v>
                </c:pt>
                <c:pt idx="88">
                  <c:v>3.4734419225435307</c:v>
                </c:pt>
                <c:pt idx="89">
                  <c:v>3.912023005428145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0160">
            <a:solidFill>
              <a:srgbClr val="AEB7BC"/>
            </a:solidFill>
          </a:ln>
        </c:spPr>
        <c:txPr>
          <a:bodyPr/>
          <a:lstStyle/>
          <a:p>
            <a:pPr>
              <a:defRPr sz="850">
                <a:solidFill>
                  <a:srgbClr val="626B70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4.2"/>
          <c:min val="0.0"/>
        </c:scaling>
        <c:delete val="0"/>
        <c:axPos val="l"/>
        <c:majorGridlines>
          <c:spPr>
            <a:ln w="7620">
              <a:solidFill>
                <a:srgbClr val="E2E6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10160">
            <a:solidFill>
              <a:srgbClr val="AEB7BC"/>
            </a:solidFill>
          </a:ln>
        </c:spPr>
        <c:txPr>
          <a:bodyPr/>
          <a:lstStyle/>
          <a:p>
            <a:pPr>
              <a:defRPr sz="850">
                <a:solidFill>
                  <a:srgbClr val="626B70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0.5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108813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762326"/>
                </a:solidFill>
                <a:latin typeface="Arial"/>
              </a:rPr>
              <a:t>Why Not Use −m log m as the Final Risk Score?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60704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50" b="0" i="1">
                <a:solidFill>
                  <a:srgbClr val="626B70"/>
                </a:solidFill>
                <a:latin typeface="Arial"/>
              </a:rPr>
              <a:t>A leakage score should never decrease when more probability escapes top-5.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42415"/>
            <a:ext cx="10899648" cy="0"/>
          </a:xfrm>
          <a:prstGeom prst="line">
            <a:avLst/>
          </a:prstGeom>
          <a:ln w="12700">
            <a:solidFill>
              <a:srgbClr val="344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5488" y="1261872"/>
            <a:ext cx="5833872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7104" y="1261872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35608"/>
            <a:ext cx="544068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40" b="1" i="0">
                <a:solidFill>
                  <a:srgbClr val="18191A"/>
                </a:solidFill>
                <a:latin typeface="Arial"/>
              </a:rPr>
              <a:t>Probability weighting makes the score turn 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1435608"/>
            <a:ext cx="46634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40" b="1" i="0">
                <a:solidFill>
                  <a:srgbClr val="18191A"/>
                </a:solidFill>
                <a:latin typeface="Arial"/>
              </a:rPr>
              <a:t>Tail-Leakage Surprisal stays monotonic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" y="1837943"/>
            <a:ext cx="301752" cy="0"/>
          </a:xfrm>
          <a:prstGeom prst="line">
            <a:avLst/>
          </a:prstGeom>
          <a:ln w="31750">
            <a:solidFill>
              <a:srgbClr val="C65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568" y="1709928"/>
            <a:ext cx="109728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30" b="0" i="0">
                <a:solidFill>
                  <a:srgbClr val="18191A"/>
                </a:solidFill>
                <a:latin typeface="Arial"/>
              </a:rPr>
              <a:t>−m log 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30568" y="1837943"/>
            <a:ext cx="301752" cy="0"/>
          </a:xfrm>
          <a:prstGeom prst="line">
            <a:avLst/>
          </a:prstGeom>
          <a:ln w="31750">
            <a:solidFill>
              <a:srgbClr val="1E9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87184" y="1709928"/>
            <a:ext cx="9601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30" b="0" i="0">
                <a:solidFill>
                  <a:srgbClr val="18191A"/>
                </a:solidFill>
                <a:latin typeface="Arial"/>
              </a:rPr>
              <a:t>−log m</a:t>
            </a:r>
          </a:p>
        </p:txBody>
      </p:sp>
      <p:grpSp>
        <p:nvGrpSpPr>
          <p:cNvPr id="17" name="Left chart with aligned shading"/>
          <p:cNvGrpSpPr/>
          <p:nvPr/>
        </p:nvGrpSpPr>
        <p:grpSpPr>
          <a:xfrm>
            <a:off x="713232" y="1920240"/>
            <a:ext cx="5358384" cy="2176272"/>
            <a:chOff x="713232" y="1920240"/>
            <a:chExt cx="5358384" cy="2176272"/>
          </a:xfrm>
        </p:grpSpPr>
        <p:sp>
          <p:nvSpPr>
            <p:cNvPr id="13" name="Orange declining-region shading"/>
            <p:cNvSpPr/>
            <p:nvPr/>
          </p:nvSpPr>
          <p:spPr>
            <a:xfrm>
              <a:off x="4221152" y="2018172"/>
              <a:ext cx="1636128" cy="1697492"/>
            </a:xfrm>
            <a:prstGeom prst="rect">
              <a:avLst/>
            </a:prstGeom>
            <a:solidFill>
              <a:srgbClr val="F2D8C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aphicFrame>
          <p:nvGraphicFramePr>
            <p:cNvPr id="15" name="Chart 14"/>
            <p:cNvGraphicFramePr>
              <a:graphicFrameLocks noGrp="1"/>
            </p:cNvGraphicFramePr>
            <p:nvPr/>
          </p:nvGraphicFramePr>
          <p:xfrm>
            <a:off x="713232" y="1920240"/>
            <a:ext cx="5358384" cy="2176272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  <p:grpSp>
        <p:nvGrpSpPr>
          <p:cNvPr id="18" name="Right chart with aligned area fill"/>
          <p:cNvGrpSpPr/>
          <p:nvPr/>
        </p:nvGrpSpPr>
        <p:grpSpPr>
          <a:xfrm>
            <a:off x="6784848" y="1920240"/>
            <a:ext cx="4645152" cy="2176272"/>
            <a:chOff x="6784848" y="1920240"/>
            <a:chExt cx="4645152" cy="2176272"/>
          </a:xfrm>
        </p:grpSpPr>
        <p:sp>
          <p:nvSpPr>
            <p:cNvPr id="14" name="Green area under -log m"/>
            <p:cNvSpPr/>
            <p:nvPr/>
          </p:nvSpPr>
          <p:spPr>
            <a:xfrm>
              <a:off x="7388717" y="2135299"/>
              <a:ext cx="3778366" cy="1580365"/>
            </a:xfrm>
            <a:custGeom>
              <a:avLst/>
              <a:gdLst/>
              <a:ahLst/>
              <a:cxnLst/>
              <a:rect l="l" t="t" r="r" b="b"/>
              <a:pathLst>
                <a:path w="980" h="931">
                  <a:moveTo>
                    <a:pt x="0" y="931"/>
                  </a:moveTo>
                  <a:lnTo>
                    <a:pt x="0" y="931"/>
                  </a:lnTo>
                  <a:lnTo>
                    <a:pt x="11" y="928"/>
                  </a:lnTo>
                  <a:lnTo>
                    <a:pt x="22" y="926"/>
                  </a:lnTo>
                  <a:lnTo>
                    <a:pt x="33" y="923"/>
                  </a:lnTo>
                  <a:lnTo>
                    <a:pt x="44" y="920"/>
                  </a:lnTo>
                  <a:lnTo>
                    <a:pt x="55" y="917"/>
                  </a:lnTo>
                  <a:lnTo>
                    <a:pt x="66" y="915"/>
                  </a:lnTo>
                  <a:lnTo>
                    <a:pt x="77" y="912"/>
                  </a:lnTo>
                  <a:lnTo>
                    <a:pt x="88" y="909"/>
                  </a:lnTo>
                  <a:lnTo>
                    <a:pt x="99" y="906"/>
                  </a:lnTo>
                  <a:lnTo>
                    <a:pt x="110" y="903"/>
                  </a:lnTo>
                  <a:lnTo>
                    <a:pt x="121" y="900"/>
                  </a:lnTo>
                  <a:lnTo>
                    <a:pt x="132" y="897"/>
                  </a:lnTo>
                  <a:lnTo>
                    <a:pt x="143" y="894"/>
                  </a:lnTo>
                  <a:lnTo>
                    <a:pt x="154" y="891"/>
                  </a:lnTo>
                  <a:lnTo>
                    <a:pt x="165" y="888"/>
                  </a:lnTo>
                  <a:lnTo>
                    <a:pt x="176" y="885"/>
                  </a:lnTo>
                  <a:lnTo>
                    <a:pt x="187" y="882"/>
                  </a:lnTo>
                  <a:lnTo>
                    <a:pt x="198" y="878"/>
                  </a:lnTo>
                  <a:lnTo>
                    <a:pt x="209" y="875"/>
                  </a:lnTo>
                  <a:lnTo>
                    <a:pt x="220" y="872"/>
                  </a:lnTo>
                  <a:lnTo>
                    <a:pt x="231" y="868"/>
                  </a:lnTo>
                  <a:lnTo>
                    <a:pt x="242" y="865"/>
                  </a:lnTo>
                  <a:lnTo>
                    <a:pt x="253" y="861"/>
                  </a:lnTo>
                  <a:lnTo>
                    <a:pt x="264" y="858"/>
                  </a:lnTo>
                  <a:lnTo>
                    <a:pt x="275" y="854"/>
                  </a:lnTo>
                  <a:lnTo>
                    <a:pt x="286" y="851"/>
                  </a:lnTo>
                  <a:lnTo>
                    <a:pt x="297" y="847"/>
                  </a:lnTo>
                  <a:lnTo>
                    <a:pt x="308" y="843"/>
                  </a:lnTo>
                  <a:lnTo>
                    <a:pt x="319" y="839"/>
                  </a:lnTo>
                  <a:lnTo>
                    <a:pt x="330" y="836"/>
                  </a:lnTo>
                  <a:lnTo>
                    <a:pt x="341" y="832"/>
                  </a:lnTo>
                  <a:lnTo>
                    <a:pt x="352" y="828"/>
                  </a:lnTo>
                  <a:lnTo>
                    <a:pt x="363" y="823"/>
                  </a:lnTo>
                  <a:lnTo>
                    <a:pt x="374" y="819"/>
                  </a:lnTo>
                  <a:lnTo>
                    <a:pt x="385" y="815"/>
                  </a:lnTo>
                  <a:lnTo>
                    <a:pt x="396" y="811"/>
                  </a:lnTo>
                  <a:lnTo>
                    <a:pt x="407" y="806"/>
                  </a:lnTo>
                  <a:lnTo>
                    <a:pt x="418" y="802"/>
                  </a:lnTo>
                  <a:lnTo>
                    <a:pt x="429" y="797"/>
                  </a:lnTo>
                  <a:lnTo>
                    <a:pt x="441" y="793"/>
                  </a:lnTo>
                  <a:lnTo>
                    <a:pt x="452" y="788"/>
                  </a:lnTo>
                  <a:lnTo>
                    <a:pt x="463" y="783"/>
                  </a:lnTo>
                  <a:lnTo>
                    <a:pt x="474" y="778"/>
                  </a:lnTo>
                  <a:lnTo>
                    <a:pt x="485" y="773"/>
                  </a:lnTo>
                  <a:lnTo>
                    <a:pt x="496" y="768"/>
                  </a:lnTo>
                  <a:lnTo>
                    <a:pt x="507" y="763"/>
                  </a:lnTo>
                  <a:lnTo>
                    <a:pt x="518" y="757"/>
                  </a:lnTo>
                  <a:lnTo>
                    <a:pt x="529" y="752"/>
                  </a:lnTo>
                  <a:lnTo>
                    <a:pt x="540" y="746"/>
                  </a:lnTo>
                  <a:lnTo>
                    <a:pt x="551" y="741"/>
                  </a:lnTo>
                  <a:lnTo>
                    <a:pt x="562" y="735"/>
                  </a:lnTo>
                  <a:lnTo>
                    <a:pt x="573" y="729"/>
                  </a:lnTo>
                  <a:lnTo>
                    <a:pt x="584" y="722"/>
                  </a:lnTo>
                  <a:lnTo>
                    <a:pt x="595" y="716"/>
                  </a:lnTo>
                  <a:lnTo>
                    <a:pt x="606" y="709"/>
                  </a:lnTo>
                  <a:lnTo>
                    <a:pt x="617" y="703"/>
                  </a:lnTo>
                  <a:lnTo>
                    <a:pt x="628" y="696"/>
                  </a:lnTo>
                  <a:lnTo>
                    <a:pt x="639" y="689"/>
                  </a:lnTo>
                  <a:lnTo>
                    <a:pt x="650" y="681"/>
                  </a:lnTo>
                  <a:lnTo>
                    <a:pt x="661" y="674"/>
                  </a:lnTo>
                  <a:lnTo>
                    <a:pt x="672" y="666"/>
                  </a:lnTo>
                  <a:lnTo>
                    <a:pt x="683" y="658"/>
                  </a:lnTo>
                  <a:lnTo>
                    <a:pt x="694" y="649"/>
                  </a:lnTo>
                  <a:lnTo>
                    <a:pt x="705" y="641"/>
                  </a:lnTo>
                  <a:lnTo>
                    <a:pt x="716" y="631"/>
                  </a:lnTo>
                  <a:lnTo>
                    <a:pt x="727" y="622"/>
                  </a:lnTo>
                  <a:lnTo>
                    <a:pt x="738" y="612"/>
                  </a:lnTo>
                  <a:lnTo>
                    <a:pt x="749" y="602"/>
                  </a:lnTo>
                  <a:lnTo>
                    <a:pt x="760" y="591"/>
                  </a:lnTo>
                  <a:lnTo>
                    <a:pt x="771" y="580"/>
                  </a:lnTo>
                  <a:lnTo>
                    <a:pt x="782" y="569"/>
                  </a:lnTo>
                  <a:lnTo>
                    <a:pt x="793" y="556"/>
                  </a:lnTo>
                  <a:lnTo>
                    <a:pt x="804" y="543"/>
                  </a:lnTo>
                  <a:lnTo>
                    <a:pt x="815" y="529"/>
                  </a:lnTo>
                  <a:lnTo>
                    <a:pt x="826" y="515"/>
                  </a:lnTo>
                  <a:lnTo>
                    <a:pt x="837" y="499"/>
                  </a:lnTo>
                  <a:lnTo>
                    <a:pt x="848" y="483"/>
                  </a:lnTo>
                  <a:lnTo>
                    <a:pt x="859" y="465"/>
                  </a:lnTo>
                  <a:lnTo>
                    <a:pt x="870" y="445"/>
                  </a:lnTo>
                  <a:lnTo>
                    <a:pt x="881" y="424"/>
                  </a:lnTo>
                  <a:lnTo>
                    <a:pt x="892" y="401"/>
                  </a:lnTo>
                  <a:lnTo>
                    <a:pt x="903" y="376"/>
                  </a:lnTo>
                  <a:lnTo>
                    <a:pt x="914" y="347"/>
                  </a:lnTo>
                  <a:lnTo>
                    <a:pt x="925" y="314"/>
                  </a:lnTo>
                  <a:lnTo>
                    <a:pt x="936" y="277"/>
                  </a:lnTo>
                  <a:lnTo>
                    <a:pt x="947" y="232"/>
                  </a:lnTo>
                  <a:lnTo>
                    <a:pt x="958" y="176"/>
                  </a:lnTo>
                  <a:lnTo>
                    <a:pt x="969" y="104"/>
                  </a:lnTo>
                  <a:lnTo>
                    <a:pt x="980" y="0"/>
                  </a:lnTo>
                  <a:lnTo>
                    <a:pt x="980" y="931"/>
                  </a:lnTo>
                  <a:close/>
                </a:path>
              </a:pathLst>
            </a:custGeom>
            <a:solidFill>
              <a:srgbClr val="DCEF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aphicFrame>
          <p:nvGraphicFramePr>
            <p:cNvPr id="16" name="Chart 15"/>
            <p:cNvGraphicFramePr>
              <a:graphicFrameLocks noGrp="1"/>
            </p:cNvGraphicFramePr>
            <p:nvPr/>
          </p:nvGraphicFramePr>
          <p:xfrm>
            <a:off x="6784848" y="1920240"/>
            <a:ext cx="4645152" cy="2176272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</p:grpSp>
      <p:sp>
        <p:nvSpPr>
          <p:cNvPr id="19" name="TextBox 18"/>
          <p:cNvSpPr txBox="1"/>
          <p:nvPr/>
        </p:nvSpPr>
        <p:spPr>
          <a:xfrm rot="16200000">
            <a:off x="475488" y="2404872"/>
            <a:ext cx="256032" cy="10789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18191A"/>
                </a:solidFill>
                <a:latin typeface="Arial"/>
              </a:rPr>
              <a:t>−m log m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6547104" y="2459736"/>
            <a:ext cx="256032" cy="9418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18191A"/>
                </a:solidFill>
                <a:latin typeface="Arial"/>
              </a:rPr>
              <a:t>−log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297680"/>
            <a:ext cx="452628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80" b="0" i="0">
                <a:solidFill>
                  <a:srgbClr val="18191A"/>
                </a:solidFill>
                <a:latin typeface="Arial"/>
              </a:rPr>
              <a:t>Tail leakage  ℓ = 1 − m    (more leakage →)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297680"/>
            <a:ext cx="40233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80" b="0" i="0">
                <a:solidFill>
                  <a:srgbClr val="18191A"/>
                </a:solidFill>
                <a:latin typeface="Arial"/>
              </a:rPr>
              <a:t>Tail leakage  ℓ = 1 − m    (more leakage →)</a:t>
            </a:r>
          </a:p>
        </p:txBody>
      </p:sp>
      <p:sp>
        <p:nvSpPr>
          <p:cNvPr id="23" name="Oval 22"/>
          <p:cNvSpPr/>
          <p:nvPr/>
        </p:nvSpPr>
        <p:spPr>
          <a:xfrm>
            <a:off x="4315968" y="2395728"/>
            <a:ext cx="73152" cy="73152"/>
          </a:xfrm>
          <a:prstGeom prst="ellipse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27248" y="1993392"/>
            <a:ext cx="246888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C65B42"/>
                </a:solidFill>
                <a:latin typeface="Arial"/>
              </a:rPr>
              <a:t>peak: leakage = 1 − 1/e ≈ 0.632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52544" y="2258568"/>
            <a:ext cx="0" cy="155448"/>
          </a:xfrm>
          <a:prstGeom prst="line">
            <a:avLst/>
          </a:prstGeom>
          <a:ln w="12700">
            <a:solidFill>
              <a:srgbClr val="C65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43400" y="2852928"/>
            <a:ext cx="1280160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50" b="1" i="0">
                <a:solidFill>
                  <a:srgbClr val="762326"/>
                </a:solidFill>
                <a:latin typeface="Arial"/>
              </a:rPr>
              <a:t>more leakage,
but score falls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6048" y="3319272"/>
            <a:ext cx="301752" cy="292608"/>
          </a:xfrm>
          <a:prstGeom prst="line">
            <a:avLst/>
          </a:prstGeom>
          <a:ln w="12700">
            <a:solidFill>
              <a:srgbClr val="7623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23960" y="2798064"/>
            <a:ext cx="114300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137455"/>
                </a:solidFill>
                <a:latin typeface="Arial"/>
              </a:rPr>
              <a:t>keeps rising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20072" y="3108960"/>
            <a:ext cx="475488" cy="374904"/>
          </a:xfrm>
          <a:prstGeom prst="line">
            <a:avLst/>
          </a:prstGeom>
          <a:ln w="12700">
            <a:solidFill>
              <a:srgbClr val="137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97280" y="5047488"/>
            <a:ext cx="10012680" cy="512064"/>
          </a:xfrm>
          <a:prstGeom prst="roundRect">
            <a:avLst>
              <a:gd name="adj" fmla="val 12000"/>
            </a:avLst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5120640"/>
            <a:ext cx="333756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650" b="1" i="0">
                <a:solidFill>
                  <a:srgbClr val="762326"/>
                </a:solidFill>
                <a:latin typeface="Arial"/>
              </a:rPr>
              <a:t>−m log m = m × (−log 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120640"/>
            <a:ext cx="576072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18191A"/>
                </a:solidFill>
                <a:latin typeface="Arial"/>
              </a:rPr>
              <a:t>The factor m suppresses the value when retained mass is already very small.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60720"/>
            <a:ext cx="10698480" cy="512064"/>
          </a:xfrm>
          <a:prstGeom prst="roundRect">
            <a:avLst>
              <a:gd name="adj" fmla="val 12000"/>
            </a:avLst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843016"/>
            <a:ext cx="1024128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137455"/>
                </a:solidFill>
                <a:latin typeface="Arial"/>
              </a:rPr>
              <a:t>Takeaway: decomposition finds the variable m; −log m gives one-way leakage severity.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6400800"/>
            <a:ext cx="818387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19" b="0" i="0">
                <a:solidFill>
                  <a:srgbClr val="626B70"/>
                </a:solidFill>
                <a:latin typeface="Arial"/>
              </a:rPr>
              <a:t>Design criterion: global monotonicity—not only fit within the observed m range.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